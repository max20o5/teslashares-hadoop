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58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x20O5/teslaShares-hadoop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ÉCOSYSTÈME HADOOP · ESGI 2025-2026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Stock : peut-on prédire le marché 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Big Data complète, de l'ingestion HDFS au Machine Learning avec Spark MLlib.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926080" cy="0"/>
          </a:xfrm>
          <a:prstGeom prst="line">
            <a:avLst/>
          </a:prstGeom>
          <a:noFill/>
          <a:ln w="25400">
            <a:solidFill>
              <a:srgbClr val="2FA4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cours journalier Tesla 2010-2024  ·  3 562 séances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3IABD2  ·  Groupe : [vos noms ici]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sujet et la question centrale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passer l'historique boursier de Tesla dans toute la chaîne d'outils Big Data, et répondre à une question simple en apparence : jusqu'où peut-on prédire le cours, et à quel horizon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4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3 562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(2010-2024)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32004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063240" y="3337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4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6324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OHLCV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32004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0" y="3337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4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0352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7830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E2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04672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A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Contraintes techniques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2440" y="24688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sur au moins une machine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et Spark 3+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100% PySpark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réservé à l'affichage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: dépôt Git + slides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stack : Hadoop, Spark, MLlib via Docker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cluster pseudo-distribué reproductible : chaque membre lance une commande, l'environnement est identique pour tous.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C4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distribué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CSV brut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265176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66160" y="265176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nettoyage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feature 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97880" y="265176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93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MLlib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modèles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41080" y="265176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52560" y="265176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0525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Viz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5256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résultats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.toPandas()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7548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: </a:t>
            </a: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conteneurs (namenode, datanode, spark-master, spark-worker, jupyter) décrits dans un seul docker-compose.yml, lancés sous WSL 2.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6 étapes de la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51560" y="21945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93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HDFS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3774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CSV dans le système de fichiers distribué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3774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Spark avec schéma explicite et typage des colonnes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051560" y="3611880"/>
            <a:ext cx="502920" cy="502920"/>
          </a:xfrm>
          <a:prstGeom prst="ellipse">
            <a:avLst/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515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410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Dédoublonnage, features stationnaires, création de la cible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537960" y="3611880"/>
            <a:ext cx="502920" cy="502920"/>
          </a:xfrm>
          <a:prstGeom prst="ellipse">
            <a:avLst/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37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3410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94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annuels, outliers, corrélations en Spark SQL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6634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051560" y="5029200"/>
            <a:ext cx="502920" cy="50292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515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4828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37360" y="5212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modèles MLlib, split chronologique, baselines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537960" y="5029200"/>
            <a:ext cx="502920" cy="50292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5379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828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Viz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23760" y="5212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des résultats, prédit vs réel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HDFS et parsing rigoureux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217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scripté et reproductible
</a:t>
            </a:r>
            <a:endParaRPr lang="en-US" sz="160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via l'API Kaggle puis hdfs dfs -put. N'importe quel membre rejoue deux commandes et obtient le même état.
</a:t>
            </a:r>
            <a:endParaRPr lang="en-US" sz="16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explicite plutôt qu'inferSchema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lecture du fichier, aucun risque que Spark devine un mauvais type. Date convertie, doublons retirés.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0E2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à la lecture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0" y="25146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3 562</a:t>
            </a:r>
            <a:endParaRPr lang="en-US" sz="4400" dirty="0"/>
          </a:p>
          <a:p>
            <a:pPr marL="0" indent="0">
              <a:buNone/>
            </a:pPr>
            <a:r>
              <a:rPr lang="en-US" sz="13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chargées
</a:t>
            </a:r>
            <a:endParaRPr lang="en-US" sz="4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7A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2010-06-29  →  2024-08-22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donnée raconte</a:t>
            </a:r>
            <a:endParaRPr lang="en-US" sz="3400" dirty="0"/>
          </a:p>
        </p:txBody>
      </p:sp>
      <p:pic>
        <p:nvPicPr>
          <p:cNvPr id="4" name="Image 0" descr="c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67665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303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annuel de Tesla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010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clés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0" y="24231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2020 : de 18$ à 96$ de moyenne (entrée au S&amp;P 500)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×10 sur la période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Écart-type quotidien (3,6%) = 18× le rendement moyen : le bruit domine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des jours aberrants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z-score
</a:t>
            </a:r>
            <a:endParaRPr lang="en-US" sz="160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de combien d'écarts-types chaque jour s'éloigne du rendement moyen. Seuil |z| &gt; 3, filtré directement en Spark.
</a:t>
            </a:r>
            <a:endParaRPr lang="en-US" sz="160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documenter, pas supprimer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 vrais événements de marché, pas des erreurs. Les tests montrent que leur retrait ne change quasiment rien (R² moyen 0,563 vs 0,559).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0E2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0" y="2011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aberrants sur 3 562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33832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E6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09/05/2013   +24,4%   (résultats)
</a:t>
            </a:r>
            <a:endParaRPr lang="en-US" sz="12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E6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08/09/2020   -21,1%   (rejet S&amp;P 500)
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6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03/02/2020   +19,9%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TOURNANT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piège : un R² de 0,97 qui ne prouve rien</a:t>
            </a:r>
            <a:endParaRPr lang="en-US" sz="3200" dirty="0"/>
          </a:p>
        </p:txBody>
      </p:sp>
      <p:pic>
        <p:nvPicPr>
          <p:cNvPr id="4" name="Image 0" descr="c_il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694944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1605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réel vs "prédiction" = prix de la veille : indiscernables.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63840" y="18745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1730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863840" y="2148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0,9978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obtenu SANS aucun machine learning,
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en recopiant le prix de la veille.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suit une marche aléatoire : son niveau est trivialement prévisible, sa variation non.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le R² sur le prix brut est un artefact, pas un signal. Il fallait changer de cible.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MÉTHODOLOGIQUE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garde-fous pour rester honnête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 = rendement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prédit la variation en %, pas le prix brut. Fin de l'illusion du R² parfait.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stationnaires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Rendements, ratios prix/moyenne, volatilité. Jamais de prix bruts en entrée.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972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657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chronologique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069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sur le passé, test sur le futur. Jamais de découpage aléatoire.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583680" y="3931920"/>
            <a:ext cx="457200" cy="457200"/>
          </a:xfrm>
          <a:prstGeom prst="ellipse">
            <a:avLst/>
          </a:prstGeom>
          <a:solidFill>
            <a:srgbClr val="27AE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3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3657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Scaler sur le train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069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normalisation apprend sur l'entraînement seul, pas de fuite du test.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·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Prédire la direction : proche du hasard</a:t>
            </a:r>
            <a:endParaRPr lang="en-US" sz="3400" dirty="0"/>
          </a:p>
        </p:txBody>
      </p:sp>
      <p:pic>
        <p:nvPicPr>
          <p:cNvPr id="4" name="Image 0" descr="c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67512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783080"/>
            <a:ext cx="3794760" cy="3520440"/>
          </a:xfrm>
          <a:prstGeom prst="roundRect">
            <a:avLst>
              <a:gd name="adj" fmla="val 207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8181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directionnelle entre 47% et 55% : le niveau du pile ou face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négatif presque partout : pire que prédire la moyenne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rendement J / J+1 ≈ 0 : le passé ne prédit pas le lendemain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AU SUJET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horizon, quel historique ?</a:t>
            </a:r>
            <a:endParaRPr lang="en-US" sz="3400" dirty="0"/>
          </a:p>
        </p:txBody>
      </p:sp>
      <p:pic>
        <p:nvPicPr>
          <p:cNvPr id="4" name="Image 0" descr="c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603504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212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croît avec l'horizon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132320" y="182880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0E2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609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A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verdict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60920" y="24231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court (24-48h) = erreur minimale. Au-delà, l'incertitude s'accumule.
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config battant sa baseline : « depuis 2020 · J+2 » à +2,6 points.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27A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ce gain reste dans la marge du bruit : pas de preuve solide de prédictibilité.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difficultés rencontrées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4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Docker / WSL 2 et droits du daemon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d'images Hadoop / Spark à aligner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HDFS (namenode vs localhost)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Jupyter et connexion des notebooks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0E2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A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Méthodologiques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que le R² de 0,97 était trompeur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bonne cible (rendement, pas prix)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la fuite de données (split, scaler)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 résultat modeste mais honnête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les chiffres nous ont appris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marché est quasi-</a:t>
            </a:r>
            <a:r>
              <a:rPr lang="en-US" sz="19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imprévisible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 jour le jour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cohérent avec la théorie des marchés efficients, pas un échec.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beau score peut mentir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baseline triviale atteignait R² = 0,9978. Savoir le repérer est une compétence.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2FA4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vraie valeur est méthodologique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892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Big Data rigoureuse, split honnête, baselines systématiques.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7A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honnête à 55% qui bat sa baseline vaut mieux qu'un modèle à 97% qui ne prédit rien.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Dépôt Git : </a:t>
            </a: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github.com/Max20O5/teslaShares-hadoop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</TotalTime>
  <Words>1007</Words>
  <Application>Microsoft Office PowerPoint</Application>
  <PresentationFormat>Grand écran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Valentin BROUC</cp:lastModifiedBy>
  <cp:revision>3</cp:revision>
  <dcterms:created xsi:type="dcterms:W3CDTF">2026-07-20T08:35:22Z</dcterms:created>
  <dcterms:modified xsi:type="dcterms:W3CDTF">2026-07-21T12:06:07Z</dcterms:modified>
</cp:coreProperties>
</file>